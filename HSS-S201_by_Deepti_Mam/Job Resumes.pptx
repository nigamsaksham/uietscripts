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4" r:id="rId18"/>
    <p:sldId id="275" r:id="rId19"/>
    <p:sldId id="276" r:id="rId20"/>
    <p:sldId id="277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8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t agarwal" userId="0aa3d2ecd0f5c65f" providerId="LiveId" clId="{AAD65C71-FD26-4F65-A923-DE11ECDC55F8}"/>
    <pc:docChg chg="modSld">
      <pc:chgData name="akshat agarwal" userId="0aa3d2ecd0f5c65f" providerId="LiveId" clId="{AAD65C71-FD26-4F65-A923-DE11ECDC55F8}" dt="2021-02-02T06:07:10.085" v="34" actId="20577"/>
      <pc:docMkLst>
        <pc:docMk/>
      </pc:docMkLst>
      <pc:sldChg chg="modSp mod">
        <pc:chgData name="akshat agarwal" userId="0aa3d2ecd0f5c65f" providerId="LiveId" clId="{AAD65C71-FD26-4F65-A923-DE11ECDC55F8}" dt="2021-02-02T05:48:25.009" v="4" actId="20577"/>
        <pc:sldMkLst>
          <pc:docMk/>
          <pc:sldMk cId="2229978164" sldId="259"/>
        </pc:sldMkLst>
        <pc:spChg chg="mod">
          <ac:chgData name="akshat agarwal" userId="0aa3d2ecd0f5c65f" providerId="LiveId" clId="{AAD65C71-FD26-4F65-A923-DE11ECDC55F8}" dt="2021-02-02T05:48:25.009" v="4" actId="20577"/>
          <ac:spMkLst>
            <pc:docMk/>
            <pc:sldMk cId="2229978164" sldId="259"/>
            <ac:spMk id="3" creationId="{DF5B343B-AB2A-4956-A67A-A847BB682730}"/>
          </ac:spMkLst>
        </pc:spChg>
      </pc:sldChg>
      <pc:sldChg chg="modSp mod">
        <pc:chgData name="akshat agarwal" userId="0aa3d2ecd0f5c65f" providerId="LiveId" clId="{AAD65C71-FD26-4F65-A923-DE11ECDC55F8}" dt="2021-02-02T06:02:06.222" v="16" actId="20577"/>
        <pc:sldMkLst>
          <pc:docMk/>
          <pc:sldMk cId="4036134898" sldId="268"/>
        </pc:sldMkLst>
        <pc:spChg chg="mod">
          <ac:chgData name="akshat agarwal" userId="0aa3d2ecd0f5c65f" providerId="LiveId" clId="{AAD65C71-FD26-4F65-A923-DE11ECDC55F8}" dt="2021-02-02T06:02:06.222" v="16" actId="20577"/>
          <ac:spMkLst>
            <pc:docMk/>
            <pc:sldMk cId="4036134898" sldId="268"/>
            <ac:spMk id="3" creationId="{DABAC5C1-97A5-4049-A1DF-2E60FB239C10}"/>
          </ac:spMkLst>
        </pc:spChg>
      </pc:sldChg>
      <pc:sldChg chg="modSp mod">
        <pc:chgData name="akshat agarwal" userId="0aa3d2ecd0f5c65f" providerId="LiveId" clId="{AAD65C71-FD26-4F65-A923-DE11ECDC55F8}" dt="2021-02-02T06:03:37.295" v="22" actId="20577"/>
        <pc:sldMkLst>
          <pc:docMk/>
          <pc:sldMk cId="2312006848" sldId="271"/>
        </pc:sldMkLst>
        <pc:spChg chg="mod">
          <ac:chgData name="akshat agarwal" userId="0aa3d2ecd0f5c65f" providerId="LiveId" clId="{AAD65C71-FD26-4F65-A923-DE11ECDC55F8}" dt="2021-02-02T06:03:37.295" v="22" actId="20577"/>
          <ac:spMkLst>
            <pc:docMk/>
            <pc:sldMk cId="2312006848" sldId="271"/>
            <ac:spMk id="3" creationId="{8C70B396-1747-4FC7-8096-B8806C845570}"/>
          </ac:spMkLst>
        </pc:spChg>
      </pc:sldChg>
      <pc:sldChg chg="modSp mod">
        <pc:chgData name="akshat agarwal" userId="0aa3d2ecd0f5c65f" providerId="LiveId" clId="{AAD65C71-FD26-4F65-A923-DE11ECDC55F8}" dt="2021-02-02T06:07:10.085" v="34" actId="20577"/>
        <pc:sldMkLst>
          <pc:docMk/>
          <pc:sldMk cId="3874728081" sldId="274"/>
        </pc:sldMkLst>
        <pc:spChg chg="mod">
          <ac:chgData name="akshat agarwal" userId="0aa3d2ecd0f5c65f" providerId="LiveId" clId="{AAD65C71-FD26-4F65-A923-DE11ECDC55F8}" dt="2021-02-02T06:07:10.085" v="34" actId="20577"/>
          <ac:spMkLst>
            <pc:docMk/>
            <pc:sldMk cId="3874728081" sldId="274"/>
            <ac:spMk id="3" creationId="{8A628EFC-FFB8-4B43-B87E-7FE08FC0F021}"/>
          </ac:spMkLst>
        </pc:spChg>
      </pc:sldChg>
    </pc:docChg>
  </pc:docChgLst>
  <pc:docChgLst>
    <pc:chgData name="akshat agarwal" userId="0aa3d2ecd0f5c65f" providerId="LiveId" clId="{99DD877D-7CE3-4969-985D-1B2BB09D9869}"/>
    <pc:docChg chg="custSel modSld">
      <pc:chgData name="akshat agarwal" userId="0aa3d2ecd0f5c65f" providerId="LiveId" clId="{99DD877D-7CE3-4969-985D-1B2BB09D9869}" dt="2021-11-16T05:20:03.366" v="1" actId="27636"/>
      <pc:docMkLst>
        <pc:docMk/>
      </pc:docMkLst>
      <pc:sldChg chg="modSp mod">
        <pc:chgData name="akshat agarwal" userId="0aa3d2ecd0f5c65f" providerId="LiveId" clId="{99DD877D-7CE3-4969-985D-1B2BB09D9869}" dt="2021-11-16T05:20:03.366" v="1" actId="27636"/>
        <pc:sldMkLst>
          <pc:docMk/>
          <pc:sldMk cId="974918019" sldId="256"/>
        </pc:sldMkLst>
        <pc:spChg chg="mod">
          <ac:chgData name="akshat agarwal" userId="0aa3d2ecd0f5c65f" providerId="LiveId" clId="{99DD877D-7CE3-4969-985D-1B2BB09D9869}" dt="2021-11-16T05:20:03.366" v="1" actId="27636"/>
          <ac:spMkLst>
            <pc:docMk/>
            <pc:sldMk cId="974918019" sldId="256"/>
            <ac:spMk id="3" creationId="{48DF9F5A-E032-473F-9D85-CD6BD1396A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44A16F-D0DE-40DA-919C-2C23BBA44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22C3C8C-6264-4EC7-89AB-CF54EA9D4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595266-1E50-49D2-92D6-63635CD99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B257-7F75-4E59-AE6E-D2DF147C1804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8B923D9-38C7-46D2-B39B-80316ADF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4ED5B51-ADFB-48A2-8A31-FCDB4E635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30FA5-2955-4CAE-9CC6-D3262AE557F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8868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002149-61E0-4972-88E9-493ABBD24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CE8CA4-B640-4B8C-AB24-72DF6B09C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7E758A4-0806-4820-A056-87C93E67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B257-7F75-4E59-AE6E-D2DF147C1804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4947958-7506-46F0-92C6-43FDBD3A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1851054-CEC8-43AA-8244-EA9079AF4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30FA5-2955-4CAE-9CC6-D3262AE557F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037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FF8C37-F59D-44C7-BA8D-3D07E19F8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276C0DB-9670-4F57-B694-1E7C8C080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0B6CDE3-EA09-49E4-A584-7ED8E8492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B257-7F75-4E59-AE6E-D2DF147C1804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1BF52CA-E727-442B-BED6-CF16047ED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D486399-091B-450F-BC36-B17A4349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30FA5-2955-4CAE-9CC6-D3262AE557F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15480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503071-30E7-4940-B006-62FB57158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3F2007-B277-4636-8EB2-461AF49FB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0083081-D324-4F44-9D71-2C11F3E54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7F0EA5E-63C8-4950-8FE1-8D7595EE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B257-7F75-4E59-AE6E-D2DF147C1804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163292C-A87B-412B-A88A-7B83CB6D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C04A406-23A6-4BCE-9BF5-56DC1B7D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30FA5-2955-4CAE-9CC6-D3262AE557F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8054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B649F0-C91F-4BE5-B63C-095C0C4E0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FB47D47-9528-4282-AD0C-41CC6436A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2D7DF8B-E909-4F09-ABE6-77C7AEE0E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81442B3-CE32-4B27-A9D6-66B2ECA4D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E24DCE6-F181-4625-8254-9709C22830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482364B-4291-4D16-A1BA-2AD7E795B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B257-7F75-4E59-AE6E-D2DF147C1804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A50F28C-A61B-471E-B5D8-DF743428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E9557DA-17ED-44F0-BE6F-D538FEC3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30FA5-2955-4CAE-9CC6-D3262AE557F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5976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3898CD-FFF5-40E1-9A94-B8F7143AC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B9FC32D-1047-44E8-987D-003DD1490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B257-7F75-4E59-AE6E-D2DF147C1804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79C389A-C76C-49F7-A6A4-09582456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4BC2857-3BD9-44F1-95BC-4DE572E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30FA5-2955-4CAE-9CC6-D3262AE557F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6167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599DD15-9076-4BFB-B4C2-D2751954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B257-7F75-4E59-AE6E-D2DF147C1804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E5E74D9F-ABF9-4707-9DB8-E34167B57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FB63C11-F5E7-4378-AE7C-549DC11BE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30FA5-2955-4CAE-9CC6-D3262AE557F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93280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7D58CB-3F6E-4B7F-B6F9-E1E129CE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6A3F62-300D-47D6-BD73-BAD3D0335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CF1EDAC-2B44-4694-8098-E8DBA616E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49953A-8960-49E6-A1BA-D25674FDC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B257-7F75-4E59-AE6E-D2DF147C1804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E58EEAC-8AF0-4370-8EC7-3D1627C77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D17F888-1EF1-424E-9416-512B3556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30FA5-2955-4CAE-9CC6-D3262AE557F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8794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93FE64-B050-4338-A898-A5330FDC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0D4C40D-6888-4F79-9B28-A7E576A7E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AEC2001-73E4-42ED-A7D5-CE30700C5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AB185F2-1DDF-48DB-B8B2-8754E5A8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B257-7F75-4E59-AE6E-D2DF147C1804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8B8A72F-43CC-4647-9EA0-99477ACC4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BF9190C-8225-4314-B33C-4A6A467EF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30FA5-2955-4CAE-9CC6-D3262AE557F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17789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88A69A-A509-4682-9221-87D7A0E27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B4CD2D0-EB5C-4245-9426-6072BE87D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C5F7079-D7C3-46B2-80F6-8C876E49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B257-7F75-4E59-AE6E-D2DF147C1804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CEDCDBC-C382-4BB5-BB21-7AB8C0108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BA58FCD-E588-4DD8-B70C-98E9B60D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30FA5-2955-4CAE-9CC6-D3262AE557F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5393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BC21FE1-B59D-48A4-9E6B-E50117845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6E03437-7526-4FE5-8EAB-870C2B392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F2B586F-1640-4905-B7FC-2CB991F06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B257-7F75-4E59-AE6E-D2DF147C1804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DC0530-E50D-482C-9119-03E6A403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4DC31D-7276-41F5-832C-3DF3ED58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30FA5-2955-4CAE-9CC6-D3262AE557F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7077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96F8DA8-594E-4B65-AEDF-6951864FE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F10F30B-8EC7-4E6F-883A-C7B55CDE5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5C48887-FC4D-4E56-BD39-08D2EB00B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8B257-7F75-4E59-AE6E-D2DF147C1804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C24D926-9028-4241-BB63-84FFE6CA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2EC132-3F86-48C2-8F86-62AF3FD6F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30FA5-2955-4CAE-9CC6-D3262AE557F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250968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F01461-375D-436D-8C18-34C5075B8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Job Resumes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8DF9F5A-E032-473F-9D85-CD6BD1396A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Presenter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Deepti Agarwal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Assistant Professor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HSS,UIET, CSJMU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Kanpur</a:t>
            </a:r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7491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BF3C17-5FBE-4451-B78D-23CBABB6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Important Features of a Resume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3D5C7E-5E8D-455F-B622-419B8F726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creates a crucial first impression.</a:t>
            </a:r>
          </a:p>
          <a:p>
            <a:r>
              <a:rPr lang="en-US" dirty="0"/>
              <a:t>It should highlight the key skills of an applicant.</a:t>
            </a:r>
          </a:p>
          <a:p>
            <a:r>
              <a:rPr lang="en-US" dirty="0"/>
              <a:t>It should be well organized, properly written, and presented with an appropriate layout.</a:t>
            </a:r>
          </a:p>
          <a:p>
            <a:r>
              <a:rPr lang="en-US" dirty="0"/>
              <a:t>Its purpose is to persuade that you have the abilities, skills, and personal qualities that the employer is looking for.</a:t>
            </a:r>
          </a:p>
          <a:p>
            <a:r>
              <a:rPr lang="en-US" dirty="0"/>
              <a:t>It should have a catchy appearance</a:t>
            </a:r>
          </a:p>
          <a:p>
            <a:r>
              <a:rPr lang="en-US" dirty="0"/>
              <a:t>It should be free of spelling errors and grammatical errors.</a:t>
            </a:r>
          </a:p>
          <a:p>
            <a:r>
              <a:rPr lang="en-US" dirty="0"/>
              <a:t>A good resume is accompanied by a well-drafted cover letter.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20902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A55B72-8D8A-4705-BED9-3F352732E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Elements in a Job Resume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C456DF-3E7A-475B-B195-ADCCE2581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  <a:p>
            <a:r>
              <a:rPr lang="en-US" dirty="0"/>
              <a:t>Career Objective</a:t>
            </a:r>
          </a:p>
          <a:p>
            <a:r>
              <a:rPr lang="en-US" dirty="0"/>
              <a:t>Education</a:t>
            </a:r>
          </a:p>
          <a:p>
            <a:r>
              <a:rPr lang="en-US" dirty="0"/>
              <a:t>Employment/ Work Experience</a:t>
            </a:r>
          </a:p>
          <a:p>
            <a:r>
              <a:rPr lang="en-US" dirty="0"/>
              <a:t>Professional Skills</a:t>
            </a:r>
          </a:p>
          <a:p>
            <a:r>
              <a:rPr lang="en-US" dirty="0"/>
              <a:t>Activities and interests</a:t>
            </a:r>
          </a:p>
          <a:p>
            <a:r>
              <a:rPr lang="en-US" dirty="0"/>
              <a:t>Awards/ Honors/ Achievements</a:t>
            </a:r>
          </a:p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7804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03BB1B-5984-40BC-9435-4AD0B711D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Contact Information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5B343B-AB2A-4956-A67A-A847BB682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>
              <a:lnSpc>
                <a:spcPct val="200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200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 (Current Address of correspondence)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200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Telephone no.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200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Email Id ( Professional)-  (Avoid informal id add. for professional correspondence- Cool girl @gmail.com; hot boy @ gmail.com)</a:t>
            </a:r>
          </a:p>
          <a:p>
            <a:pPr marL="228600">
              <a:lnSpc>
                <a:spcPct val="200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22997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6CF0C1-C189-409F-8A95-69B764AD2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Career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A2504B3-4B7F-46E1-8D62-54577FA03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Career objective conveys that applicant’s skills befit the job profile which would benefit the prospective organization’s growth.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Flawed: Seeking employment in a business environment offering an opportunity for my professional growth and aspirations. (</a:t>
            </a:r>
            <a:r>
              <a:rPr lang="en-US" dirty="0">
                <a:highlight>
                  <a:srgbClr val="FFFF00"/>
                </a:highlight>
              </a:rPr>
              <a:t>informs about your objective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Good: Achieving excellence as a computer programmer. (</a:t>
            </a:r>
            <a:r>
              <a:rPr lang="en-US" dirty="0">
                <a:highlight>
                  <a:srgbClr val="FFFF00"/>
                </a:highlight>
              </a:rPr>
              <a:t>informs about your goal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</a:rPr>
              <a:t>Better</a:t>
            </a:r>
            <a:r>
              <a:rPr lang="en-US" dirty="0"/>
              <a:t>: To market financial planning programs and provide financial counseling to assure positive client relations.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9371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8737B4-D3AA-442C-9F22-0E98C069E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63328E-D302-4DF4-B934-4D98CB8BD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utilize my technical skills and analytical skills in the growth and development of organization.</a:t>
            </a:r>
          </a:p>
          <a:p>
            <a:r>
              <a:rPr lang="en-US" dirty="0"/>
              <a:t>To  utilize my technical skills in company’s progress, and to hone my skills by  handling challenging situations.</a:t>
            </a:r>
          </a:p>
          <a:p>
            <a:r>
              <a:rPr lang="en-US" dirty="0"/>
              <a:t>To make the best use of knowledge by implementing and by imparting progressive solutions  for the growth and development of organization.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98634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92A991-F0B9-49EF-B207-8ADD630D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Academic Qualification/ Education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162962-DB41-48DF-81F1-693D7B447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Applicant’s  academic record from present to the past (reverse chronological order).</a:t>
            </a:r>
          </a:p>
          <a:p>
            <a:r>
              <a:rPr lang="en-US" dirty="0"/>
              <a:t>Information can be provided in tabular form or in sections by including the following information:</a:t>
            </a:r>
          </a:p>
          <a:p>
            <a:pPr marL="0" indent="0">
              <a:buNone/>
            </a:pPr>
            <a:r>
              <a:rPr lang="en-US" dirty="0"/>
              <a:t>a. Name of College/ School/ Institute</a:t>
            </a:r>
          </a:p>
          <a:p>
            <a:pPr marL="0" indent="0">
              <a:buNone/>
            </a:pPr>
            <a:r>
              <a:rPr lang="en-US" dirty="0"/>
              <a:t>b. Name of Course</a:t>
            </a:r>
          </a:p>
          <a:p>
            <a:pPr marL="0" indent="0">
              <a:buNone/>
            </a:pPr>
            <a:r>
              <a:rPr lang="en-US" dirty="0"/>
              <a:t>c. Name of the Board</a:t>
            </a:r>
          </a:p>
          <a:p>
            <a:pPr marL="0" indent="0">
              <a:buNone/>
            </a:pPr>
            <a:r>
              <a:rPr lang="en-US" dirty="0"/>
              <a:t>d. Percentage/ C. G. P.</a:t>
            </a:r>
          </a:p>
          <a:p>
            <a:pPr marL="0" indent="0">
              <a:buNone/>
            </a:pPr>
            <a:r>
              <a:rPr lang="en-US" dirty="0"/>
              <a:t>e. Year of passing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97702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F9E5F7-BABB-4563-8251-731F5EBF5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Tabular Form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D6AB1C50-0EB0-4345-AAB0-6B6E7BBAD4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154413669"/>
              </p:ext>
            </p:extLst>
          </p:nvPr>
        </p:nvGraphicFramePr>
        <p:xfrm>
          <a:off x="838200" y="1825625"/>
          <a:ext cx="1051560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xmlns="" val="20699813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2238373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82543531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1960318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Degree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University/College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CGPA/ Division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6279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Bachelors in Technology in Chemical / Electrical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University Institute of Engineering and Technology (U. I. E. T.), Chhatrapati </a:t>
                      </a:r>
                      <a:r>
                        <a:rPr lang="en-IN" dirty="0" err="1"/>
                        <a:t>Shahu</a:t>
                      </a:r>
                      <a:r>
                        <a:rPr lang="en-IN" dirty="0"/>
                        <a:t> Ji Maharaj University, Kanpur (C. S. J. M. U.)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2018-2021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6.7 (till the sixth semester)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6424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0537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A79A13-D8F6-42B7-ADEE-CD09E93CD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5CF2E8-2ED3-4DF7-94A3-456E077DE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Graduation</a:t>
            </a:r>
          </a:p>
          <a:p>
            <a:r>
              <a:rPr lang="en-US" dirty="0"/>
              <a:t>Institution: University Institute of Engineering and Technology</a:t>
            </a:r>
          </a:p>
          <a:p>
            <a:r>
              <a:rPr lang="en-US" dirty="0"/>
              <a:t>Degree: B. Tech in Chemical branch</a:t>
            </a:r>
          </a:p>
          <a:p>
            <a:r>
              <a:rPr lang="en-US" dirty="0"/>
              <a:t>Year of Graduation: 2021</a:t>
            </a:r>
          </a:p>
          <a:p>
            <a:r>
              <a:rPr lang="en-US" dirty="0"/>
              <a:t>CGPA: 8.3 (Till sixth semester)</a:t>
            </a:r>
          </a:p>
          <a:p>
            <a:r>
              <a:rPr lang="en-US" dirty="0"/>
              <a:t>XII</a:t>
            </a:r>
          </a:p>
          <a:p>
            <a:r>
              <a:rPr lang="en-US" dirty="0"/>
              <a:t>School:……….</a:t>
            </a:r>
          </a:p>
          <a:p>
            <a:r>
              <a:rPr lang="en-US" dirty="0"/>
              <a:t>Board:……………</a:t>
            </a:r>
          </a:p>
          <a:p>
            <a:r>
              <a:rPr lang="en-US" dirty="0"/>
              <a:t>Year of passing………..</a:t>
            </a:r>
          </a:p>
          <a:p>
            <a:r>
              <a:rPr lang="en-US" dirty="0"/>
              <a:t>Percentage……………..</a:t>
            </a:r>
          </a:p>
          <a:p>
            <a:r>
              <a:rPr lang="en-US" dirty="0"/>
              <a:t>X</a:t>
            </a:r>
          </a:p>
          <a:p>
            <a:r>
              <a:rPr lang="en-US" dirty="0"/>
              <a:t>School:………….</a:t>
            </a:r>
          </a:p>
          <a:p>
            <a:r>
              <a:rPr lang="en-US" dirty="0"/>
              <a:t>Board:……………….</a:t>
            </a:r>
          </a:p>
          <a:p>
            <a:r>
              <a:rPr lang="en-US" dirty="0"/>
              <a:t>Year of passing:………………</a:t>
            </a:r>
          </a:p>
          <a:p>
            <a:r>
              <a:rPr lang="en-US" dirty="0"/>
              <a:t>Percentage……………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18987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7451BD-F6D2-42BE-B985-AA315C05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Employment/ Work Experience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C653BFE5-B638-46FC-8611-18F498A94C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520408822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xmlns="" val="121011565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890861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37460837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670964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S.No</a:t>
                      </a:r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Designation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Company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Pay Scale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80531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79998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028375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E565CE-0712-4DBA-9563-FCA3D9A47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Professional Skills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381FFE-2693-4626-97CC-4B02744AE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Software skills + Technical skills</a:t>
            </a:r>
          </a:p>
          <a:p>
            <a:r>
              <a:rPr lang="en-US" dirty="0"/>
              <a:t>Software Skills:</a:t>
            </a:r>
          </a:p>
          <a:p>
            <a:r>
              <a:rPr lang="en-US" dirty="0"/>
              <a:t>Languages Known: C, Java, Perl</a:t>
            </a:r>
          </a:p>
          <a:p>
            <a:r>
              <a:rPr lang="en-US" dirty="0"/>
              <a:t>Scripting: Shell programming, HTML, XML</a:t>
            </a:r>
          </a:p>
          <a:p>
            <a:r>
              <a:rPr lang="en-US" dirty="0"/>
              <a:t>Operating Systems: Unix, Linux, Windows 95/98</a:t>
            </a:r>
          </a:p>
          <a:p>
            <a:r>
              <a:rPr lang="en-US" dirty="0"/>
              <a:t>Data Bases: SQL (oracle)</a:t>
            </a:r>
          </a:p>
          <a:p>
            <a:pPr marL="0" indent="0">
              <a:buNone/>
            </a:pPr>
            <a:r>
              <a:rPr lang="en-US" dirty="0"/>
              <a:t>How to write:</a:t>
            </a:r>
          </a:p>
          <a:p>
            <a:r>
              <a:rPr lang="en-US" dirty="0"/>
              <a:t>Managed a retail design studio producing over . . .</a:t>
            </a:r>
          </a:p>
          <a:p>
            <a:r>
              <a:rPr lang="en-US" strike="sngStrike" dirty="0"/>
              <a:t>I</a:t>
            </a:r>
            <a:r>
              <a:rPr lang="en-US" dirty="0"/>
              <a:t> Hired, Trained, and supervised</a:t>
            </a:r>
          </a:p>
          <a:p>
            <a:r>
              <a:rPr lang="en-US" strike="sngStrike" dirty="0"/>
              <a:t>I </a:t>
            </a:r>
            <a:r>
              <a:rPr lang="en-US" dirty="0"/>
              <a:t>Provided Training</a:t>
            </a:r>
            <a:endParaRPr lang="en-IN" dirty="0"/>
          </a:p>
        </p:txBody>
      </p:sp>
      <p:sp>
        <p:nvSpPr>
          <p:cNvPr id="7" name="Arrow: Left-Right-Up 6">
            <a:extLst>
              <a:ext uri="{FF2B5EF4-FFF2-40B4-BE49-F238E27FC236}">
                <a16:creationId xmlns:a16="http://schemas.microsoft.com/office/drawing/2014/main" xmlns="" id="{5480D673-8781-4733-93AA-B7955D631B9B}"/>
              </a:ext>
            </a:extLst>
          </p:cNvPr>
          <p:cNvSpPr/>
          <p:nvPr/>
        </p:nvSpPr>
        <p:spPr>
          <a:xfrm>
            <a:off x="1201479" y="2732567"/>
            <a:ext cx="45719" cy="45719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E10CD6E7-CA63-4C8F-8C0E-676178F821FE}"/>
              </a:ext>
            </a:extLst>
          </p:cNvPr>
          <p:cNvCxnSpPr/>
          <p:nvPr/>
        </p:nvCxnSpPr>
        <p:spPr>
          <a:xfrm>
            <a:off x="5667153" y="2498651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303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EA0628-0133-48FD-BD45-25A82DB6A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Professional Affiliations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2A14B0-29EB-427B-8B44-4431E4D3A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Mention membership in various professional organizations/societies, etc.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989310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15968D-0EA9-4E97-A0C5-A7A5CFB3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Activities/ Interests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ABAC5C1-97A5-4049-A1DF-2E60FB239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Co-curricular ( Be brief)</a:t>
            </a:r>
          </a:p>
          <a:p>
            <a:r>
              <a:rPr lang="en-US" dirty="0"/>
              <a:t>Any other special interests</a:t>
            </a:r>
          </a:p>
          <a:p>
            <a:endParaRPr lang="en-US" dirty="0"/>
          </a:p>
          <a:p>
            <a:r>
              <a:rPr lang="en-US" dirty="0"/>
              <a:t>For example:</a:t>
            </a:r>
          </a:p>
          <a:p>
            <a:r>
              <a:rPr lang="en-US" dirty="0"/>
              <a:t>Conducted programming competitions in College Fest, “ Techno-</a:t>
            </a:r>
            <a:r>
              <a:rPr lang="en-US" dirty="0" err="1"/>
              <a:t>Spandan</a:t>
            </a:r>
            <a:r>
              <a:rPr lang="en-US" dirty="0"/>
              <a:t>” 2019</a:t>
            </a:r>
          </a:p>
          <a:p>
            <a:r>
              <a:rPr lang="en-US" dirty="0"/>
              <a:t>Secured Runners-up position in Table Tennis Zonal Championship, 2021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3613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2F6669-56E1-4690-9BED-D169BDC2A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Awards/ Honor/ Achievements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5D65064-D654-4CAE-9004-DE7378E52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Academic/ Non-academic</a:t>
            </a:r>
          </a:p>
          <a:p>
            <a:r>
              <a:rPr lang="en-US" dirty="0"/>
              <a:t>Professional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trike="sngStrike" dirty="0"/>
              <a:t>I have </a:t>
            </a:r>
            <a:r>
              <a:rPr lang="en-US" dirty="0"/>
              <a:t>Presented a research paper in International Conference organized by  I. I. T Kanpur on topic, “…………………..”in 2018-2019.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trike="sngStrike" dirty="0"/>
              <a:t>I was a </a:t>
            </a:r>
            <a:r>
              <a:rPr lang="en-US" dirty="0"/>
              <a:t>Member of a awareness campaign “ To say no to drugs” organized by  Student Activity Club, UIET in 2019.</a:t>
            </a:r>
          </a:p>
          <a:p>
            <a:pPr marL="0" indent="0">
              <a:buNone/>
            </a:pPr>
            <a:r>
              <a:rPr lang="en-IN" dirty="0"/>
              <a:t>Won first place in Oratorical Contest held during National Science Day Competition 2019.</a:t>
            </a:r>
          </a:p>
        </p:txBody>
      </p:sp>
    </p:spTree>
    <p:extLst>
      <p:ext uri="{BB962C8B-B14F-4D97-AF65-F5344CB8AC3E}">
        <p14:creationId xmlns:p14="http://schemas.microsoft.com/office/powerpoint/2010/main" xmlns="" val="280291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1FB6B4-99F6-40D1-ABB2-23F31596D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Personal Information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70B396-1747-4FC7-8096-B8806C845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Name:</a:t>
            </a:r>
          </a:p>
          <a:p>
            <a:r>
              <a:rPr lang="en-US" dirty="0"/>
              <a:t>Father’s Name:</a:t>
            </a:r>
          </a:p>
          <a:p>
            <a:r>
              <a:rPr lang="en-US" dirty="0"/>
              <a:t>Date of Birth:</a:t>
            </a:r>
          </a:p>
          <a:p>
            <a:r>
              <a:rPr lang="en-US" dirty="0"/>
              <a:t>Gender:</a:t>
            </a:r>
          </a:p>
          <a:p>
            <a:r>
              <a:rPr lang="en-US" dirty="0"/>
              <a:t>Marital Status:</a:t>
            </a:r>
          </a:p>
          <a:p>
            <a:r>
              <a:rPr lang="en-US" dirty="0"/>
              <a:t>Nationality:</a:t>
            </a:r>
          </a:p>
          <a:p>
            <a:r>
              <a:rPr lang="en-US" dirty="0"/>
              <a:t>Languages: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12006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6C44E5-85A4-48BC-872D-824A26FD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B5127E-C7E9-409A-82D0-B84504E2B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from university/earlier organization</a:t>
            </a:r>
          </a:p>
          <a:p>
            <a:r>
              <a:rPr lang="en-US" dirty="0"/>
              <a:t>1 from reputed person</a:t>
            </a:r>
          </a:p>
          <a:p>
            <a:endParaRPr lang="en-US" dirty="0"/>
          </a:p>
          <a:p>
            <a:r>
              <a:rPr lang="en-US" dirty="0"/>
              <a:t>Referred by:</a:t>
            </a:r>
          </a:p>
          <a:p>
            <a:r>
              <a:rPr lang="en-IN" dirty="0"/>
              <a:t>ABC</a:t>
            </a:r>
          </a:p>
          <a:p>
            <a:r>
              <a:rPr lang="en-IN" dirty="0"/>
              <a:t>XYZ</a:t>
            </a:r>
          </a:p>
        </p:txBody>
      </p:sp>
    </p:spTree>
    <p:extLst>
      <p:ext uri="{BB962C8B-B14F-4D97-AF65-F5344CB8AC3E}">
        <p14:creationId xmlns:p14="http://schemas.microsoft.com/office/powerpoint/2010/main" xmlns="" val="226909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7E1826-DC5B-4852-836B-A45AEE737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Common Errors while drafting resumes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28EFC-FFB8-4B43-B87E-7FE08FC0F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Sameer </a:t>
            </a:r>
            <a:r>
              <a:rPr lang="en-US" dirty="0" err="1">
                <a:solidFill>
                  <a:srgbClr val="FF0000"/>
                </a:solidFill>
              </a:rPr>
              <a:t>k</a:t>
            </a:r>
            <a:r>
              <a:rPr lang="en-US" dirty="0" err="1"/>
              <a:t>ushwaha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FF0000"/>
                </a:solidFill>
              </a:rPr>
              <a:t>Address: ??????????</a:t>
            </a:r>
          </a:p>
          <a:p>
            <a:r>
              <a:rPr lang="en-US" dirty="0"/>
              <a:t>Phone : 9807501405 </a:t>
            </a:r>
          </a:p>
          <a:p>
            <a:r>
              <a:rPr lang="en-US" dirty="0"/>
              <a:t>E-mail: sameerkushwaha07@gmail.com</a:t>
            </a:r>
          </a:p>
          <a:p>
            <a:endParaRPr lang="en-US" dirty="0"/>
          </a:p>
          <a:p>
            <a:r>
              <a:rPr lang="en-US" dirty="0"/>
              <a:t>Career </a:t>
            </a:r>
            <a:r>
              <a:rPr lang="en-US" dirty="0">
                <a:highlight>
                  <a:srgbClr val="FF0000"/>
                </a:highlight>
              </a:rPr>
              <a:t>Objectives</a:t>
            </a:r>
          </a:p>
          <a:p>
            <a:r>
              <a:rPr lang="en-US" dirty="0"/>
              <a:t>An e</a:t>
            </a:r>
            <a:r>
              <a:rPr lang="en-US" dirty="0">
                <a:highlight>
                  <a:srgbClr val="FFFF00"/>
                </a:highlight>
              </a:rPr>
              <a:t>nthusiasti</a:t>
            </a:r>
            <a:r>
              <a:rPr lang="en-US" dirty="0"/>
              <a:t>c fresher with </a:t>
            </a:r>
            <a:r>
              <a:rPr lang="en-US" dirty="0">
                <a:highlight>
                  <a:srgbClr val="FFFF00"/>
                </a:highlight>
              </a:rPr>
              <a:t>highly motivated </a:t>
            </a:r>
            <a:r>
              <a:rPr lang="en-US" dirty="0"/>
              <a:t>and </a:t>
            </a:r>
            <a:r>
              <a:rPr lang="en-US" dirty="0">
                <a:highlight>
                  <a:srgbClr val="FFFF00"/>
                </a:highlight>
              </a:rPr>
              <a:t>leadership skills </a:t>
            </a:r>
            <a:r>
              <a:rPr lang="en-US" dirty="0"/>
              <a:t>pursuing bachelors of engineering degree in Mechanical Engineering.</a:t>
            </a:r>
          </a:p>
          <a:p>
            <a:r>
              <a:rPr lang="en-US" dirty="0">
                <a:highlight>
                  <a:srgbClr val="00FFFF"/>
                </a:highlight>
              </a:rPr>
              <a:t>To utilize my technical knowledge in product designing by providing better solutions catering company’s goal.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7472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D9CAAE-06FB-4EB0-B717-44449E4E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B3832D-85D6-4291-A4DA-0D7CFAE13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0000"/>
                </a:highlight>
              </a:rPr>
              <a:t>Pursing</a:t>
            </a:r>
            <a:r>
              <a:rPr lang="en-US" dirty="0"/>
              <a:t> B</a:t>
            </a:r>
            <a:r>
              <a:rPr lang="en-US" dirty="0">
                <a:highlight>
                  <a:srgbClr val="FFFF00"/>
                </a:highlight>
              </a:rPr>
              <a:t>.TECH</a:t>
            </a:r>
            <a:r>
              <a:rPr lang="en-US" dirty="0"/>
              <a:t>./ B. Tech. from U. I. E. T.,  C.S.J.M</a:t>
            </a:r>
            <a:r>
              <a:rPr lang="en-US" dirty="0">
                <a:solidFill>
                  <a:srgbClr val="FF0000"/>
                </a:solidFill>
              </a:rPr>
              <a:t>. (why abbreviation in the introduction?</a:t>
            </a:r>
            <a:r>
              <a:rPr lang="en-US" dirty="0"/>
              <a:t>)University Kanpur (</a:t>
            </a:r>
            <a:r>
              <a:rPr lang="en-US" dirty="0">
                <a:solidFill>
                  <a:srgbClr val="FF0000"/>
                </a:solidFill>
              </a:rPr>
              <a:t>year is missing</a:t>
            </a:r>
            <a:r>
              <a:rPr lang="en-US" dirty="0"/>
              <a:t>)&amp; secured CPI 7.66 out of 10 till 5th semester.</a:t>
            </a:r>
          </a:p>
          <a:p>
            <a:r>
              <a:rPr lang="en-US" dirty="0"/>
              <a:t>Passed 12th from U.P. Board </a:t>
            </a:r>
            <a:r>
              <a:rPr lang="en-US" dirty="0" err="1"/>
              <a:t>Prayagraj</a:t>
            </a:r>
            <a:r>
              <a:rPr lang="en-US" dirty="0"/>
              <a:t> in 2016( </a:t>
            </a:r>
            <a:r>
              <a:rPr lang="en-US" dirty="0">
                <a:solidFill>
                  <a:srgbClr val="FF0000"/>
                </a:solidFill>
              </a:rPr>
              <a:t>what was the %)</a:t>
            </a:r>
            <a:endParaRPr lang="en-US" dirty="0">
              <a:solidFill>
                <a:srgbClr val="FF0000"/>
              </a:solidFill>
              <a:highlight>
                <a:srgbClr val="FF0000"/>
              </a:highlight>
            </a:endParaRPr>
          </a:p>
          <a:p>
            <a:r>
              <a:rPr lang="en-US" dirty="0"/>
              <a:t>Passed 10th from </a:t>
            </a:r>
            <a:r>
              <a:rPr lang="en-US" dirty="0" err="1"/>
              <a:t>U.P.Board</a:t>
            </a:r>
            <a:r>
              <a:rPr lang="en-US" dirty="0"/>
              <a:t> </a:t>
            </a:r>
            <a:r>
              <a:rPr lang="en-US" dirty="0" err="1"/>
              <a:t>Prayagraj</a:t>
            </a:r>
            <a:r>
              <a:rPr lang="en-US" dirty="0"/>
              <a:t> in 2014. ( </a:t>
            </a:r>
            <a:r>
              <a:rPr lang="en-US" dirty="0">
                <a:solidFill>
                  <a:srgbClr val="FF0000"/>
                </a:solidFill>
              </a:rPr>
              <a:t>what was the %)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6299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AC964F-53FF-4A2C-8BA1-E0A9EEED9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7323A4-014E-42C6-82A0-BC955DD74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800" dirty="0"/>
              <a:t>Training</a:t>
            </a:r>
            <a:r>
              <a:rPr lang="en-US" sz="3800" dirty="0">
                <a:solidFill>
                  <a:srgbClr val="FF0000"/>
                </a:solidFill>
              </a:rPr>
              <a:t>( Summer Training/ Internship</a:t>
            </a:r>
            <a:r>
              <a:rPr lang="en-US" sz="3800" dirty="0"/>
              <a:t>)</a:t>
            </a:r>
            <a:endParaRPr lang="en-IN" sz="3800" dirty="0"/>
          </a:p>
          <a:p>
            <a:pPr marL="0" indent="0">
              <a:buNone/>
            </a:pPr>
            <a:r>
              <a:rPr lang="en-IN" sz="3800" dirty="0"/>
              <a:t>1.</a:t>
            </a:r>
            <a:r>
              <a:rPr lang="en-IN" sz="3800" dirty="0">
                <a:solidFill>
                  <a:srgbClr val="FF0000"/>
                </a:solidFill>
              </a:rPr>
              <a:t>OEF??? </a:t>
            </a:r>
            <a:r>
              <a:rPr lang="en-IN" sz="3800" dirty="0" err="1"/>
              <a:t>kanpur</a:t>
            </a:r>
            <a:r>
              <a:rPr lang="en-IN" sz="3800" dirty="0"/>
              <a:t> for 30 days</a:t>
            </a:r>
          </a:p>
          <a:p>
            <a:endParaRPr lang="en-IN" sz="3800" dirty="0"/>
          </a:p>
          <a:p>
            <a:r>
              <a:rPr lang="en-US" sz="3800" dirty="0"/>
              <a:t>Software Skills</a:t>
            </a:r>
          </a:p>
          <a:p>
            <a:r>
              <a:rPr lang="en-US" sz="3800" dirty="0"/>
              <a:t>Languages: Java . . .</a:t>
            </a:r>
          </a:p>
          <a:p>
            <a:r>
              <a:rPr lang="en-US" sz="3800" dirty="0"/>
              <a:t>MS Office(MS Word, MS Excel, PowerPoint)</a:t>
            </a:r>
          </a:p>
          <a:p>
            <a:endParaRPr lang="en-US" sz="3800" dirty="0"/>
          </a:p>
          <a:p>
            <a:r>
              <a:rPr lang="en-US" sz="3800" dirty="0"/>
              <a:t>Extra Curricular Activities</a:t>
            </a:r>
          </a:p>
          <a:p>
            <a:r>
              <a:rPr lang="en-US" sz="3800" dirty="0"/>
              <a:t>Reading books.</a:t>
            </a:r>
          </a:p>
          <a:p>
            <a:r>
              <a:rPr lang="en-US" sz="3800" dirty="0">
                <a:highlight>
                  <a:srgbClr val="FFFF00"/>
                </a:highlight>
              </a:rPr>
              <a:t>Try to do something new.?? </a:t>
            </a:r>
          </a:p>
          <a:p>
            <a:pPr marL="0" indent="0">
              <a:buNone/>
            </a:pPr>
            <a:r>
              <a:rPr lang="en-US" sz="3800" dirty="0">
                <a:highlight>
                  <a:srgbClr val="FFFF00"/>
                </a:highlight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01072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4B57FE-CD4B-4FB0-B478-FBAFB4008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4042B4-B98F-4CBE-8BC6-3995AD8C8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>
              <a:spcAft>
                <a:spcPts val="600"/>
              </a:spcAft>
            </a:pPr>
            <a:r>
              <a:rPr lang="en-US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Personal Details</a:t>
            </a:r>
            <a:r>
              <a:rPr lang="en-US" sz="1800" b="1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Father’s Name:-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Mahendra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Singh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Date </a:t>
            </a:r>
            <a:r>
              <a:rPr lang="en-US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Birth:-</a:t>
            </a:r>
            <a:r>
              <a:rPr lang="en-US" sz="1800" dirty="0">
                <a:effectLst/>
                <a:highlight>
                  <a:srgbClr val="FF00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1800" baseline="30000" dirty="0">
                <a:effectLst/>
                <a:highlight>
                  <a:srgbClr val="FF00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nd</a:t>
            </a:r>
            <a:r>
              <a:rPr lang="en-US" sz="1800" dirty="0">
                <a:effectLst/>
                <a:highlight>
                  <a:srgbClr val="FF00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 july2000</a:t>
            </a:r>
            <a:endParaRPr lang="en-IN" sz="1800" dirty="0">
              <a:effectLst/>
              <a:highlight>
                <a:srgbClr val="FF0000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Address:-151,Saraswati Nagar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Naubasta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Kanpur Nagar 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Languages Known:-Hindi, English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spcAft>
                <a:spcPts val="600"/>
              </a:spcAft>
            </a:pP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spcAft>
                <a:spcPts val="6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Date: 23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April, 2020   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>
              <a:lnSpc>
                <a:spcPts val="1100"/>
              </a:lnSpc>
              <a:spcAft>
                <a:spcPts val="1100"/>
              </a:spcAft>
            </a:pPr>
            <a:r>
              <a:rPr lang="en-US" sz="1800" spc="-25" dirty="0">
                <a:effectLst/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Place: Kanpur                                                                                             </a:t>
            </a:r>
            <a:r>
              <a:rPr lang="en-US" sz="1800" spc="-25" dirty="0">
                <a:effectLst/>
                <a:highlight>
                  <a:srgbClr val="FF0000"/>
                </a:highlight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Signature:</a:t>
            </a:r>
            <a:endParaRPr lang="en-IN" sz="1800" spc="-25" dirty="0">
              <a:effectLst/>
              <a:highlight>
                <a:srgbClr val="FF0000"/>
              </a:highlight>
              <a:latin typeface="Arial" panose="020B0604020202020204" pitchFamily="34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highlight>
                  <a:srgbClr val="FF0000"/>
                </a:highlight>
                <a:latin typeface="Times New Roman" panose="02020603050405020304" pitchFamily="18" charset="0"/>
                <a:ea typeface="Gill Sans MT" panose="020B0502020104020203" pitchFamily="34" charset="0"/>
              </a:rPr>
              <a:t>                                                                                                   SAMEER KUSHWAHA</a:t>
            </a:r>
            <a:endParaRPr lang="en-IN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17052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F65755-8ECC-438F-8E6C-4E75AAE0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Let us review the given</a:t>
            </a:r>
            <a:r>
              <a:rPr lang="en-IN" dirty="0"/>
              <a:t/>
            </a:r>
            <a:br>
              <a:rPr lang="en-IN" dirty="0"/>
            </a:br>
            <a:r>
              <a:rPr lang="en-US" dirty="0"/>
              <a:t> Resume</a:t>
            </a:r>
            <a:endParaRPr lang="en-IN" dirty="0"/>
          </a:p>
        </p:txBody>
      </p:sp>
      <p:pic>
        <p:nvPicPr>
          <p:cNvPr id="1030" name="Picture 6" descr="B Tech Fresher Resume Examples  #ResumeExamples">
            <a:extLst>
              <a:ext uri="{FF2B5EF4-FFF2-40B4-BE49-F238E27FC236}">
                <a16:creationId xmlns:a16="http://schemas.microsoft.com/office/drawing/2014/main" xmlns="" id="{87987316-A938-4DD1-94CC-F2F8737A01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07258" y="1825625"/>
            <a:ext cx="35774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62402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878</Words>
  <Application>Microsoft Office PowerPoint</Application>
  <PresentationFormat>Custom</PresentationFormat>
  <Paragraphs>153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Job Resumes</vt:lpstr>
      <vt:lpstr>Important Features of a Resume</vt:lpstr>
      <vt:lpstr>Elements in a Job Resume</vt:lpstr>
      <vt:lpstr>Contact Information</vt:lpstr>
      <vt:lpstr>Career Objective</vt:lpstr>
      <vt:lpstr>Slide 6</vt:lpstr>
      <vt:lpstr>Academic Qualification/ Education</vt:lpstr>
      <vt:lpstr>Tabular Form</vt:lpstr>
      <vt:lpstr>Slide 9</vt:lpstr>
      <vt:lpstr>Employment/ Work Experience</vt:lpstr>
      <vt:lpstr>Professional Skills</vt:lpstr>
      <vt:lpstr>Professional Affiliations</vt:lpstr>
      <vt:lpstr>Activities/ Interests</vt:lpstr>
      <vt:lpstr>Awards/ Honor/ Achievements</vt:lpstr>
      <vt:lpstr>Personal Information</vt:lpstr>
      <vt:lpstr>References</vt:lpstr>
      <vt:lpstr>Common Errors while drafting resumes</vt:lpstr>
      <vt:lpstr>Education</vt:lpstr>
      <vt:lpstr>  </vt:lpstr>
      <vt:lpstr>Slide 20</vt:lpstr>
      <vt:lpstr>Let us review the given  Resume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Resumes</dc:title>
  <dc:creator>akshat agarwal</dc:creator>
  <cp:lastModifiedBy>Saksham Nigam</cp:lastModifiedBy>
  <cp:revision>38</cp:revision>
  <dcterms:created xsi:type="dcterms:W3CDTF">2020-09-23T02:57:15Z</dcterms:created>
  <dcterms:modified xsi:type="dcterms:W3CDTF">2025-09-24T15:02:48Z</dcterms:modified>
</cp:coreProperties>
</file>