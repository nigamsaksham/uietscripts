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68" r:id="rId3"/>
    <p:sldId id="257" r:id="rId4"/>
    <p:sldId id="259" r:id="rId5"/>
    <p:sldId id="289" r:id="rId6"/>
    <p:sldId id="260" r:id="rId7"/>
    <p:sldId id="265" r:id="rId8"/>
    <p:sldId id="290" r:id="rId9"/>
    <p:sldId id="291" r:id="rId10"/>
    <p:sldId id="301" r:id="rId11"/>
    <p:sldId id="283" r:id="rId12"/>
    <p:sldId id="293" r:id="rId13"/>
    <p:sldId id="294" r:id="rId14"/>
    <p:sldId id="295" r:id="rId15"/>
    <p:sldId id="296" r:id="rId16"/>
    <p:sldId id="302" r:id="rId17"/>
    <p:sldId id="297" r:id="rId18"/>
    <p:sldId id="298" r:id="rId19"/>
    <p:sldId id="299" r:id="rId20"/>
    <p:sldId id="261" r:id="rId21"/>
    <p:sldId id="269" r:id="rId22"/>
    <p:sldId id="277" r:id="rId23"/>
    <p:sldId id="271" r:id="rId24"/>
    <p:sldId id="285" r:id="rId25"/>
    <p:sldId id="300" r:id="rId26"/>
    <p:sldId id="276" r:id="rId27"/>
    <p:sldId id="279" r:id="rId28"/>
    <p:sldId id="267" r:id="rId29"/>
    <p:sldId id="281" r:id="rId30"/>
    <p:sldId id="278" r:id="rId31"/>
    <p:sldId id="274" r:id="rId32"/>
    <p:sldId id="280" r:id="rId33"/>
    <p:sldId id="262" r:id="rId34"/>
    <p:sldId id="270" r:id="rId35"/>
    <p:sldId id="28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964" autoAdjust="0"/>
    <p:restoredTop sz="94660"/>
  </p:normalViewPr>
  <p:slideViewPr>
    <p:cSldViewPr>
      <p:cViewPr>
        <p:scale>
          <a:sx n="70" d="100"/>
          <a:sy n="70" d="100"/>
        </p:scale>
        <p:origin x="-1518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5" d="100"/>
        <a:sy n="55" d="100"/>
      </p:scale>
      <p:origin x="0" y="-78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agarwal" userId="0aa3d2ecd0f5c65f" providerId="LiveId" clId="{87DEB5F8-F806-42E5-A9D1-FC4B37B96BB7}"/>
    <pc:docChg chg="custSel addSld delSld modSld sldOrd">
      <pc:chgData name="akshat agarwal" userId="0aa3d2ecd0f5c65f" providerId="LiveId" clId="{87DEB5F8-F806-42E5-A9D1-FC4B37B96BB7}" dt="2021-11-12T14:13:53.259" v="417" actId="20577"/>
      <pc:docMkLst>
        <pc:docMk/>
      </pc:docMkLst>
      <pc:sldChg chg="modSp mod">
        <pc:chgData name="akshat agarwal" userId="0aa3d2ecd0f5c65f" providerId="LiveId" clId="{87DEB5F8-F806-42E5-A9D1-FC4B37B96BB7}" dt="2021-11-12T14:00:33.592" v="65" actId="20577"/>
        <pc:sldMkLst>
          <pc:docMk/>
          <pc:sldMk cId="0" sldId="257"/>
        </pc:sldMkLst>
        <pc:spChg chg="mod">
          <ac:chgData name="akshat agarwal" userId="0aa3d2ecd0f5c65f" providerId="LiveId" clId="{87DEB5F8-F806-42E5-A9D1-FC4B37B96BB7}" dt="2021-11-12T14:00:33.592" v="65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kshat agarwal" userId="0aa3d2ecd0f5c65f" providerId="LiveId" clId="{87DEB5F8-F806-42E5-A9D1-FC4B37B96BB7}" dt="2021-11-12T14:12:19.707" v="375" actId="20577"/>
        <pc:sldMkLst>
          <pc:docMk/>
          <pc:sldMk cId="0" sldId="271"/>
        </pc:sldMkLst>
        <pc:spChg chg="mod">
          <ac:chgData name="akshat agarwal" userId="0aa3d2ecd0f5c65f" providerId="LiveId" clId="{87DEB5F8-F806-42E5-A9D1-FC4B37B96BB7}" dt="2021-11-12T14:12:19.707" v="375" actId="20577"/>
          <ac:spMkLst>
            <pc:docMk/>
            <pc:sldMk cId="0" sldId="271"/>
            <ac:spMk id="2" creationId="{00000000-0000-0000-0000-000000000000}"/>
          </ac:spMkLst>
        </pc:spChg>
      </pc:sldChg>
      <pc:sldChg chg="modSp mod">
        <pc:chgData name="akshat agarwal" userId="0aa3d2ecd0f5c65f" providerId="LiveId" clId="{87DEB5F8-F806-42E5-A9D1-FC4B37B96BB7}" dt="2021-11-12T14:12:50.768" v="380" actId="20577"/>
        <pc:sldMkLst>
          <pc:docMk/>
          <pc:sldMk cId="0" sldId="279"/>
        </pc:sldMkLst>
        <pc:spChg chg="mod">
          <ac:chgData name="akshat agarwal" userId="0aa3d2ecd0f5c65f" providerId="LiveId" clId="{87DEB5F8-F806-42E5-A9D1-FC4B37B96BB7}" dt="2021-11-12T14:12:50.768" v="380" actId="20577"/>
          <ac:spMkLst>
            <pc:docMk/>
            <pc:sldMk cId="0" sldId="279"/>
            <ac:spMk id="2" creationId="{00000000-0000-0000-0000-000000000000}"/>
          </ac:spMkLst>
        </pc:spChg>
      </pc:sldChg>
      <pc:sldChg chg="modSp mod">
        <pc:chgData name="akshat agarwal" userId="0aa3d2ecd0f5c65f" providerId="LiveId" clId="{87DEB5F8-F806-42E5-A9D1-FC4B37B96BB7}" dt="2021-11-12T14:13:53.259" v="417" actId="20577"/>
        <pc:sldMkLst>
          <pc:docMk/>
          <pc:sldMk cId="0" sldId="280"/>
        </pc:sldMkLst>
        <pc:spChg chg="mod">
          <ac:chgData name="akshat agarwal" userId="0aa3d2ecd0f5c65f" providerId="LiveId" clId="{87DEB5F8-F806-42E5-A9D1-FC4B37B96BB7}" dt="2021-11-12T14:13:53.259" v="417" actId="20577"/>
          <ac:spMkLst>
            <pc:docMk/>
            <pc:sldMk cId="0" sldId="280"/>
            <ac:spMk id="2" creationId="{00000000-0000-0000-0000-000000000000}"/>
          </ac:spMkLst>
        </pc:spChg>
      </pc:sldChg>
      <pc:sldChg chg="ord">
        <pc:chgData name="akshat agarwal" userId="0aa3d2ecd0f5c65f" providerId="LiveId" clId="{87DEB5F8-F806-42E5-A9D1-FC4B37B96BB7}" dt="2021-11-12T14:00:47.861" v="69"/>
        <pc:sldMkLst>
          <pc:docMk/>
          <pc:sldMk cId="4227439450" sldId="289"/>
        </pc:sldMkLst>
      </pc:sldChg>
      <pc:sldChg chg="modSp mod">
        <pc:chgData name="akshat agarwal" userId="0aa3d2ecd0f5c65f" providerId="LiveId" clId="{87DEB5F8-F806-42E5-A9D1-FC4B37B96BB7}" dt="2021-11-12T14:03:15.351" v="134" actId="27636"/>
        <pc:sldMkLst>
          <pc:docMk/>
          <pc:sldMk cId="1278585887" sldId="293"/>
        </pc:sldMkLst>
        <pc:spChg chg="mod">
          <ac:chgData name="akshat agarwal" userId="0aa3d2ecd0f5c65f" providerId="LiveId" clId="{87DEB5F8-F806-42E5-A9D1-FC4B37B96BB7}" dt="2021-11-12T14:03:15.351" v="134" actId="27636"/>
          <ac:spMkLst>
            <pc:docMk/>
            <pc:sldMk cId="1278585887" sldId="293"/>
            <ac:spMk id="3" creationId="{CB74C256-DA76-4AB5-BCC9-A990C87C256C}"/>
          </ac:spMkLst>
        </pc:spChg>
      </pc:sldChg>
      <pc:sldChg chg="modSp mod">
        <pc:chgData name="akshat agarwal" userId="0aa3d2ecd0f5c65f" providerId="LiveId" clId="{87DEB5F8-F806-42E5-A9D1-FC4B37B96BB7}" dt="2021-11-12T14:07:19.611" v="207" actId="20577"/>
        <pc:sldMkLst>
          <pc:docMk/>
          <pc:sldMk cId="2797581459" sldId="295"/>
        </pc:sldMkLst>
        <pc:spChg chg="mod">
          <ac:chgData name="akshat agarwal" userId="0aa3d2ecd0f5c65f" providerId="LiveId" clId="{87DEB5F8-F806-42E5-A9D1-FC4B37B96BB7}" dt="2021-11-12T14:07:19.611" v="207" actId="20577"/>
          <ac:spMkLst>
            <pc:docMk/>
            <pc:sldMk cId="2797581459" sldId="295"/>
            <ac:spMk id="3" creationId="{E38B68D8-2E28-4038-86BB-A8079E256782}"/>
          </ac:spMkLst>
        </pc:spChg>
      </pc:sldChg>
      <pc:sldChg chg="modSp mod ord">
        <pc:chgData name="akshat agarwal" userId="0aa3d2ecd0f5c65f" providerId="LiveId" clId="{87DEB5F8-F806-42E5-A9D1-FC4B37B96BB7}" dt="2021-11-12T14:06:29.706" v="176" actId="20577"/>
        <pc:sldMkLst>
          <pc:docMk/>
          <pc:sldMk cId="458792701" sldId="296"/>
        </pc:sldMkLst>
        <pc:spChg chg="mod">
          <ac:chgData name="akshat agarwal" userId="0aa3d2ecd0f5c65f" providerId="LiveId" clId="{87DEB5F8-F806-42E5-A9D1-FC4B37B96BB7}" dt="2021-11-12T14:06:29.706" v="176" actId="20577"/>
          <ac:spMkLst>
            <pc:docMk/>
            <pc:sldMk cId="458792701" sldId="296"/>
            <ac:spMk id="3" creationId="{2316C268-E0D5-4D25-AEC5-1D2545CC7CA8}"/>
          </ac:spMkLst>
        </pc:spChg>
      </pc:sldChg>
      <pc:sldChg chg="modSp mod">
        <pc:chgData name="akshat agarwal" userId="0aa3d2ecd0f5c65f" providerId="LiveId" clId="{87DEB5F8-F806-42E5-A9D1-FC4B37B96BB7}" dt="2021-11-12T14:11:29.307" v="372" actId="20577"/>
        <pc:sldMkLst>
          <pc:docMk/>
          <pc:sldMk cId="1359780771" sldId="297"/>
        </pc:sldMkLst>
        <pc:spChg chg="mod">
          <ac:chgData name="akshat agarwal" userId="0aa3d2ecd0f5c65f" providerId="LiveId" clId="{87DEB5F8-F806-42E5-A9D1-FC4B37B96BB7}" dt="2021-11-12T14:11:29.307" v="372" actId="20577"/>
          <ac:spMkLst>
            <pc:docMk/>
            <pc:sldMk cId="1359780771" sldId="297"/>
            <ac:spMk id="3" creationId="{1792DEC3-172D-4FFF-9574-7D7399697A5A}"/>
          </ac:spMkLst>
        </pc:spChg>
      </pc:sldChg>
      <pc:sldChg chg="modSp mod">
        <pc:chgData name="akshat agarwal" userId="0aa3d2ecd0f5c65f" providerId="LiveId" clId="{87DEB5F8-F806-42E5-A9D1-FC4B37B96BB7}" dt="2021-11-12T14:05:17.391" v="169" actId="20577"/>
        <pc:sldMkLst>
          <pc:docMk/>
          <pc:sldMk cId="1005587688" sldId="301"/>
        </pc:sldMkLst>
        <pc:spChg chg="mod">
          <ac:chgData name="akshat agarwal" userId="0aa3d2ecd0f5c65f" providerId="LiveId" clId="{87DEB5F8-F806-42E5-A9D1-FC4B37B96BB7}" dt="2021-11-12T14:05:17.391" v="169" actId="20577"/>
          <ac:spMkLst>
            <pc:docMk/>
            <pc:sldMk cId="1005587688" sldId="301"/>
            <ac:spMk id="4" creationId="{5544CC1F-88A0-46B0-AFD7-239A16CDCC1A}"/>
          </ac:spMkLst>
        </pc:spChg>
      </pc:sldChg>
      <pc:sldChg chg="modSp mod">
        <pc:chgData name="akshat agarwal" userId="0aa3d2ecd0f5c65f" providerId="LiveId" clId="{87DEB5F8-F806-42E5-A9D1-FC4B37B96BB7}" dt="2021-11-12T14:09:35.237" v="289" actId="20577"/>
        <pc:sldMkLst>
          <pc:docMk/>
          <pc:sldMk cId="3657414820" sldId="302"/>
        </pc:sldMkLst>
        <pc:spChg chg="mod">
          <ac:chgData name="akshat agarwal" userId="0aa3d2ecd0f5c65f" providerId="LiveId" clId="{87DEB5F8-F806-42E5-A9D1-FC4B37B96BB7}" dt="2021-11-12T14:07:57.402" v="209" actId="27636"/>
          <ac:spMkLst>
            <pc:docMk/>
            <pc:sldMk cId="3657414820" sldId="302"/>
            <ac:spMk id="4" creationId="{05BD7AA6-FBF1-4624-8BAC-95E1C255EBA0}"/>
          </ac:spMkLst>
        </pc:spChg>
        <pc:spChg chg="mod">
          <ac:chgData name="akshat agarwal" userId="0aa3d2ecd0f5c65f" providerId="LiveId" clId="{87DEB5F8-F806-42E5-A9D1-FC4B37B96BB7}" dt="2021-11-12T14:09:35.237" v="289" actId="20577"/>
          <ac:spMkLst>
            <pc:docMk/>
            <pc:sldMk cId="3657414820" sldId="302"/>
            <ac:spMk id="5" creationId="{1AEEB130-CCAF-476D-A78D-85A4ED2D218C}"/>
          </ac:spMkLst>
        </pc:spChg>
      </pc:sldChg>
      <pc:sldChg chg="new del">
        <pc:chgData name="akshat agarwal" userId="0aa3d2ecd0f5c65f" providerId="LiveId" clId="{87DEB5F8-F806-42E5-A9D1-FC4B37B96BB7}" dt="2021-11-12T14:01:20.070" v="71" actId="2696"/>
        <pc:sldMkLst>
          <pc:docMk/>
          <pc:sldMk cId="1281698591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3F7EC-CE45-4811-A40E-56AADD98D8BB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30CAA-6E7D-4E32-BD13-42010DABC3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8328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entdoctor.net/2018/01/02/expect-typical-physical-therapy-job-interview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romancemeetslife.com/2013/07/winning-image-at-job-interviews-how-to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Presenter : Deepti Agarwal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HSS,UIET, CSJMU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Kanpur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Job Interview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C9B1784-8A76-4E0A-91A7-9AA88236A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79" y="838200"/>
            <a:ext cx="5194242" cy="4572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Job interview and its purpose</a:t>
            </a:r>
          </a:p>
          <a:p>
            <a:pPr algn="just"/>
            <a:r>
              <a:rPr lang="en-US" dirty="0"/>
              <a:t>Role of 5 Ps</a:t>
            </a:r>
          </a:p>
          <a:p>
            <a:pPr algn="just"/>
            <a:r>
              <a:rPr lang="en-US" dirty="0"/>
              <a:t>Importance of nonverbal cues</a:t>
            </a:r>
          </a:p>
          <a:p>
            <a:pPr algn="just"/>
            <a:r>
              <a:rPr lang="en-US" dirty="0"/>
              <a:t>Don’ts in an interview</a:t>
            </a:r>
          </a:p>
          <a:p>
            <a:pPr algn="just"/>
            <a:r>
              <a:rPr lang="en-US" dirty="0"/>
              <a:t>Conclusion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Merriam Webster dictionary defines interview as ‘a formal consultation usually to evaluate qualifications (as of a prospective student or employee)’</a:t>
            </a:r>
          </a:p>
          <a:p>
            <a:endParaRPr lang="en-US" dirty="0"/>
          </a:p>
        </p:txBody>
      </p:sp>
      <p:pic>
        <p:nvPicPr>
          <p:cNvPr id="4" name="Picture 3" descr="Interview betwen boy and gir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898" y="3581399"/>
            <a:ext cx="3848701" cy="3186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8D581D-5D8E-45B2-82F7-DB100445F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Prepared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96ABD4A-D8CE-42FC-A18B-4E08B974D6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1752" y="1524000"/>
            <a:ext cx="4270248" cy="468172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5D4458C-758F-4B67-BB2E-6068D073E6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Dawn Graham is a corporate recruiter. She tweeted that, “One of the easiest ways to increase positive outcomes when interviewing for a job is to prepare”.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2743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What is the purpose of an interview?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Collect Information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Evaluate Information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Evaluate Interviewee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Exchange Knowledge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Generate Information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Increase Knowledge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What features are being evaluated?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Technical skills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Analytical Skills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Career objective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Mental Agility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Communication Skills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Interpersonal skills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Flexibility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Leadership Skills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Creativity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evaluation of interviewee.jpg">
            <a:extLst>
              <a:ext uri="{FF2B5EF4-FFF2-40B4-BE49-F238E27FC236}">
                <a16:creationId xmlns:a16="http://schemas.microsoft.com/office/drawing/2014/main" xmlns="" id="{45727D3F-F77C-7E14-8C33-B2129D3DE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412" y="1676400"/>
            <a:ext cx="3344562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796381-E1BA-47EA-B3F2-D6E75600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What is the role of 5 Ps?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F245F8-C446-43D9-862A-1F371F3B054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First P- Planning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Second P- Preparedness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Third P- Persuasiveness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Fourth P- Perseverance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Fifth P- Presentability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8468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E9DCB5-C0E7-44F3-BF9B-4B525E3E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Planning Involves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568AEF-6CD4-46C8-8710-D21F71EA32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lvl="8">
              <a:lnSpc>
                <a:spcPct val="300000"/>
              </a:lnSpc>
            </a:pP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Information: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94560" lvl="8" indent="0">
              <a:lnSpc>
                <a:spcPct val="300000"/>
              </a:lnSpc>
              <a:buNone/>
            </a:pP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about yourself </a:t>
            </a:r>
          </a:p>
          <a:p>
            <a:pPr marL="2194560" lvl="8" indent="0">
              <a:lnSpc>
                <a:spcPct val="300000"/>
              </a:lnSpc>
              <a:buNone/>
            </a:pP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about the prospective company</a:t>
            </a:r>
            <a:endParaRPr lang="en-IN" sz="2000" b="1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822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229324-92F5-4768-B601-B5799E52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Professional Information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01B3287-EB72-4015-9C00-5E16BC6D7B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4267199" cy="48768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544CC1F-88A0-46B0-AFD7-239A16CDCC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Resume contains:</a:t>
            </a:r>
          </a:p>
          <a:p>
            <a:pPr lvl="1"/>
            <a:r>
              <a:rPr lang="en-US" dirty="0"/>
              <a:t>Academic profile </a:t>
            </a:r>
          </a:p>
          <a:p>
            <a:pPr lvl="1"/>
            <a:r>
              <a:rPr lang="en-US" dirty="0"/>
              <a:t>Technical skills</a:t>
            </a:r>
          </a:p>
          <a:p>
            <a:pPr lvl="1"/>
            <a:r>
              <a:rPr lang="en-US" dirty="0"/>
              <a:t>Soft skills</a:t>
            </a:r>
          </a:p>
          <a:p>
            <a:pPr lvl="1"/>
            <a:r>
              <a:rPr lang="en-US" dirty="0"/>
              <a:t>Achievements </a:t>
            </a:r>
          </a:p>
          <a:p>
            <a:pPr lvl="1"/>
            <a:r>
              <a:rPr lang="en-US" dirty="0"/>
              <a:t>Experiences</a:t>
            </a:r>
          </a:p>
          <a:p>
            <a:pPr marL="0" indent="0">
              <a:buNone/>
            </a:pPr>
            <a:r>
              <a:rPr lang="en-IN" dirty="0"/>
              <a:t>Note: Before writing your resume, recall your past experiences. </a:t>
            </a:r>
          </a:p>
          <a:p>
            <a:r>
              <a:rPr lang="en-IN" dirty="0"/>
              <a:t>Know your strengths and weaknesses.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2. Cover Letter</a:t>
            </a:r>
          </a:p>
          <a:p>
            <a:r>
              <a:rPr lang="en-US" dirty="0"/>
              <a:t>Explain in detail how you are well suited for the job.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0558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Where am I going to work !</a:t>
            </a:r>
          </a:p>
        </p:txBody>
      </p:sp>
      <p:pic>
        <p:nvPicPr>
          <p:cNvPr id="4" name="Content Placeholder 3" descr="going with no knowledge of the company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4000" y="1981200"/>
            <a:ext cx="5943600" cy="37338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3DBFE2-81EB-48CF-A8A0-CA0B7B7B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How is planning making you ready for the interview process?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74C256-DA76-4AB5-BCC9-A990C87C25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ready with the replies for the most common FAQs :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dirty="0"/>
              <a:t>1. Tell us something about yourself.</a:t>
            </a:r>
            <a:endParaRPr lang="en-IN" dirty="0"/>
          </a:p>
          <a:p>
            <a:pPr marL="0" indent="0">
              <a:lnSpc>
                <a:spcPct val="250000"/>
              </a:lnSpc>
              <a:buNone/>
            </a:pPr>
            <a:r>
              <a:rPr lang="en-US" dirty="0"/>
              <a:t>2. Why should we hire you?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dirty="0"/>
              <a:t>3. How do you fulfil job requirements?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7858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35456A-40C6-45EC-93F6-8AF49E22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Are you prepared for the day of the interview?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F78DE3-4388-49DB-9872-572DD33CAE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To provide information</a:t>
            </a:r>
          </a:p>
          <a:p>
            <a:r>
              <a:rPr lang="en-US" dirty="0"/>
              <a:t>In folders</a:t>
            </a:r>
          </a:p>
          <a:p>
            <a:r>
              <a:rPr lang="en-US" dirty="0"/>
              <a:t>Soft copies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To face the interviewers</a:t>
            </a:r>
          </a:p>
          <a:p>
            <a:pPr marL="0" indent="0">
              <a:buNone/>
            </a:pPr>
            <a:r>
              <a:rPr lang="en-US" dirty="0"/>
              <a:t>Mock Interview Session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38489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DCAFB-5CF0-4B6A-BB34-3E33B56F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How is persuasiveness exhibited on the day of the interview?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8B68D8-2E28-4038-86BB-A8079E2567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few Principles empower your interview process: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Honesty- </a:t>
            </a:r>
            <a:r>
              <a:rPr lang="en-US" dirty="0"/>
              <a:t>Be truthful with the interviewers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Spontaneity- Build </a:t>
            </a:r>
            <a:r>
              <a:rPr lang="en-US" dirty="0"/>
              <a:t>rapport to engage the interviewers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Intrepidity- Be positive throughout the interview process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Faith- Believe in yourself until the 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9758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F478E-C0FC-4626-983D-2646F87E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Tackling the Interview Process Persuasively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16C268-E0D5-4D25-AEC5-1D2545CC7C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1. Active listening </a:t>
            </a:r>
          </a:p>
          <a:p>
            <a:r>
              <a:rPr lang="en-US" dirty="0"/>
              <a:t>Listen to the questions carefully</a:t>
            </a:r>
          </a:p>
          <a:p>
            <a:r>
              <a:rPr lang="en-US" dirty="0"/>
              <a:t>Understand the unsaid of interviewers through their body language.(whole body listening)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2. Effective telling</a:t>
            </a:r>
          </a:p>
          <a:p>
            <a:r>
              <a:rPr lang="en-US" dirty="0"/>
              <a:t>Provide the detailed answers</a:t>
            </a:r>
          </a:p>
          <a:p>
            <a:r>
              <a:rPr lang="en-US" dirty="0"/>
              <a:t>Substantiate with factual details </a:t>
            </a:r>
          </a:p>
          <a:p>
            <a:r>
              <a:rPr lang="en-US" dirty="0"/>
              <a:t>Support through examples</a:t>
            </a:r>
          </a:p>
          <a:p>
            <a:r>
              <a:rPr lang="en-US" dirty="0"/>
              <a:t>Render Clarity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58792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A69A101D-3DE7-427F-A56E-B764FA96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an ineffective answer?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4236851-399B-40B6-AE79-3C80F5CA6991}"/>
              </a:ext>
            </a:extLst>
          </p:cNvPr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algn="ctr"/>
            <a:r>
              <a:rPr lang="en-US" dirty="0"/>
              <a:t>Why is it an effective answer?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5BD7AA6-FBF1-4624-8BAC-95E1C255EBA0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honest, diligent, strong willed, and an efficient communicator.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AEEB130-CCAF-476D-A78D-85A4ED2D21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a diligent learner pursuing B.Tech. at UIET, and I have strengthened my skills through certified courses in Machine Learning and Software Design from NPTEL and edX. These experiences, along with participating in national inter-collegiate seminars and competitions, have prepared me to contribute effectively to this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ACB1E2F6-CA5F-4F46-91DC-87A6C01D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the reply: What are your strengths?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57414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90B17-28D1-4573-88EC-645E604E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the tips to handle tricky questions?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92DEC3-172D-4FFF-9574-7D7399697A5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Three ways to handle</a:t>
            </a:r>
            <a:endParaRPr lang="en-IN" dirty="0"/>
          </a:p>
          <a:p>
            <a:r>
              <a:rPr lang="en-US" dirty="0"/>
              <a:t>First way: Repeat the question, to buy time for yourself.</a:t>
            </a:r>
          </a:p>
          <a:p>
            <a:r>
              <a:rPr lang="en-US" dirty="0"/>
              <a:t>Second way: Paraphrase the question, and seek a nod from the panelist.</a:t>
            </a:r>
          </a:p>
          <a:p>
            <a:r>
              <a:rPr lang="en-US" dirty="0"/>
              <a:t>Third way: To give the disclaimer before hand that you are uncertain but still you would like to make an intelligent guess.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5978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AD476-45A2-4001-828B-C5F0492C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Exhibit Perseverance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CE0F42-9341-4BBE-972F-CC98BDD074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If you are dissatisfied with yourself even then….</a:t>
            </a:r>
          </a:p>
          <a:p>
            <a:r>
              <a:rPr lang="en-US" dirty="0"/>
              <a:t> Don’t be negative</a:t>
            </a:r>
          </a:p>
          <a:p>
            <a:r>
              <a:rPr lang="en-US" dirty="0"/>
              <a:t>Don’t give up.</a:t>
            </a:r>
          </a:p>
          <a:p>
            <a:r>
              <a:rPr lang="en-US" dirty="0"/>
              <a:t>Thank the interviewers for an enriching experience.</a:t>
            </a:r>
          </a:p>
          <a:p>
            <a:r>
              <a:rPr lang="en-US" dirty="0"/>
              <a:t>Reflect on your confidence by asking </a:t>
            </a:r>
          </a:p>
          <a:p>
            <a:pPr marL="0" indent="0">
              <a:buNone/>
            </a:pPr>
            <a:r>
              <a:rPr lang="en-US" dirty="0"/>
              <a:t>	Q. What chance do I stand?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2823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06F714-85EB-4D34-8C84-667F7F9B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 What is the role of the 5th P =Presentability?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824D36-8803-4465-8AEA-3A0DF36A84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 interviewee leaves a lasting impression by: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Presenting views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Exhibiting his professional conduct and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306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What is a necessary combination for an effective Interview 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Verbal (Acquired knowledge) + Non-Verbal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first impression is based on.png"/>
          <p:cNvPicPr>
            <a:picLocks noChangeAspect="1"/>
          </p:cNvPicPr>
          <p:nvPr/>
        </p:nvPicPr>
        <p:blipFill rotWithShape="1">
          <a:blip r:embed="rId2"/>
          <a:srcRect l="3797" t="10930" r="2203"/>
          <a:stretch/>
        </p:blipFill>
        <p:spPr>
          <a:xfrm>
            <a:off x="1905000" y="2362200"/>
            <a:ext cx="5658612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nverbal in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342" y="304800"/>
            <a:ext cx="6582658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Avoid</a:t>
            </a:r>
          </a:p>
        </p:txBody>
      </p:sp>
      <p:pic>
        <p:nvPicPr>
          <p:cNvPr id="7" name="Content Placeholder 6" descr="Sitting on chair.jpg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0" y="2514600"/>
            <a:ext cx="4495800" cy="4343400"/>
          </a:xfrm>
        </p:spPr>
      </p:pic>
      <p:pic>
        <p:nvPicPr>
          <p:cNvPr id="8" name="Content Placeholder 7" descr="waiting for turn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267325" y="3644106"/>
            <a:ext cx="3105150" cy="147637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you are waiting for turn?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are entering  A room . . .</a:t>
            </a:r>
          </a:p>
        </p:txBody>
      </p:sp>
      <p:pic>
        <p:nvPicPr>
          <p:cNvPr id="4" name="Content Placeholder 3" descr="entering of aroom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667000" y="2362200"/>
            <a:ext cx="4419600" cy="28194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C4DEBD-07E0-4F18-9107-675B7954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A firm hand shake necessary . . 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6B8D4BE8-62C4-4520-B651-61547853EC3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743744" y="1693862"/>
            <a:ext cx="7620000" cy="4238625"/>
          </a:xfrm>
        </p:spPr>
      </p:pic>
    </p:spTree>
    <p:extLst>
      <p:ext uri="{BB962C8B-B14F-4D97-AF65-F5344CB8AC3E}">
        <p14:creationId xmlns:p14="http://schemas.microsoft.com/office/powerpoint/2010/main" xmlns="" val="2985032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5ED046C-E6D4-400E-A407-2201ABA3D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Am I Interested to talk?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F88E72-D3AF-4D06-9458-04E342786123}"/>
              </a:ext>
            </a:extLst>
          </p:cNvPr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IN" dirty="0"/>
              <a:t>Interested to talk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3294586E-4B06-4934-8256-CC29687E96A6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228600" y="2471738"/>
            <a:ext cx="4343400" cy="3817937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20D7AB8C-0DB7-4A36-8F06-01FF0C45E4B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4800600" y="2471737"/>
            <a:ext cx="4038600" cy="3817937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xmlns="" id="{07601C85-0D21-47C3-B579-E427F8B5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exhibit confidence?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FF62116-99F3-47B1-B35D-D5E9B852E338}"/>
              </a:ext>
            </a:extLst>
          </p:cNvPr>
          <p:cNvSpPr txBox="1"/>
          <p:nvPr/>
        </p:nvSpPr>
        <p:spPr>
          <a:xfrm flipV="1">
            <a:off x="8229600" y="6468758"/>
            <a:ext cx="83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4" tooltip="http://www.romancemeetslife.com/2013/07/winning-image-at-job-interviews-how-to.html"/>
              </a:rPr>
              <a:t>This Photo</a:t>
            </a:r>
            <a:r>
              <a:rPr lang="en-IN" sz="900" dirty="0"/>
              <a:t> by Unknown Author is licensed under CC BY-NC-ND</a:t>
            </a:r>
          </a:p>
        </p:txBody>
      </p:sp>
    </p:spTree>
    <p:extLst>
      <p:ext uri="{BB962C8B-B14F-4D97-AF65-F5344CB8AC3E}">
        <p14:creationId xmlns:p14="http://schemas.microsoft.com/office/powerpoint/2010/main" xmlns="" val="1789027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Are gestures important?</a:t>
            </a:r>
          </a:p>
        </p:txBody>
      </p:sp>
      <p:pic>
        <p:nvPicPr>
          <p:cNvPr id="4" name="Content Placeholder 3" descr="Stippling of fingers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14600" y="2057400"/>
            <a:ext cx="4572000" cy="335280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Why should you get dressed with a killer instinct?</a:t>
            </a:r>
          </a:p>
        </p:txBody>
      </p:sp>
      <p:pic>
        <p:nvPicPr>
          <p:cNvPr id="5" name="Content Placeholder 4" descr="professional look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447800"/>
            <a:ext cx="4495800" cy="5410199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87CA60C-766E-42B8-A237-ABA9A3A799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00600" y="1569244"/>
            <a:ext cx="4114800" cy="46791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Don’ts of an Interview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Avoid Arrogance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Avoid Apathy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Avoid Uninhibited Nervousness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Avoid Equivocation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Avoid Distraction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Lack of  crispness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Lack of social skills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Arrogance . . .</a:t>
            </a:r>
          </a:p>
        </p:txBody>
      </p:sp>
      <p:pic>
        <p:nvPicPr>
          <p:cNvPr id="4" name="Content Placeholder 3" descr="first job interview arrogance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95400" y="1905000"/>
            <a:ext cx="6400799" cy="3657599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Okay ! I Give up . . .</a:t>
            </a:r>
          </a:p>
        </p:txBody>
      </p:sp>
      <p:pic>
        <p:nvPicPr>
          <p:cNvPr id="4" name="Content Placeholder 3" descr="apathy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19200" y="2133600"/>
            <a:ext cx="6324600" cy="3577552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Nervousness . . .</a:t>
            </a:r>
          </a:p>
        </p:txBody>
      </p:sp>
      <p:pic>
        <p:nvPicPr>
          <p:cNvPr id="4" name="Content Placeholder 3" descr="avoid nervousness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52600" y="2133600"/>
            <a:ext cx="5791200" cy="358140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failing factors?</a:t>
            </a:r>
          </a:p>
        </p:txBody>
      </p:sp>
      <p:pic>
        <p:nvPicPr>
          <p:cNvPr id="4" name="Content Placeholder 3" descr="rejection pie grap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19200" y="1524000"/>
            <a:ext cx="6477000" cy="441960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Believe in Myself </a:t>
            </a:r>
          </a:p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Believe in Myself </a:t>
            </a:r>
          </a:p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Believe in Myself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zigzag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Best of Luck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676400" y="1981200"/>
            <a:ext cx="5562599" cy="38862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1035</TotalTime>
  <Words>746</Words>
  <Application>Microsoft Office PowerPoint</Application>
  <PresentationFormat>On-screen Show (4:3)</PresentationFormat>
  <Paragraphs>152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Civic</vt:lpstr>
      <vt:lpstr>Job Interview </vt:lpstr>
      <vt:lpstr>Slide 2</vt:lpstr>
      <vt:lpstr>Outline </vt:lpstr>
      <vt:lpstr>Interview</vt:lpstr>
      <vt:lpstr>Be Prepared</vt:lpstr>
      <vt:lpstr>What is the purpose of an interview?</vt:lpstr>
      <vt:lpstr>What features are being evaluated?</vt:lpstr>
      <vt:lpstr> What is the role of 5 Ps?</vt:lpstr>
      <vt:lpstr>Planning Involves</vt:lpstr>
      <vt:lpstr>My Professional Information</vt:lpstr>
      <vt:lpstr>Where am I going to work !</vt:lpstr>
      <vt:lpstr>How is planning making you ready for the interview process?</vt:lpstr>
      <vt:lpstr>Are you prepared for the day of the interview?</vt:lpstr>
      <vt:lpstr>How is persuasiveness exhibited on the day of the interview?</vt:lpstr>
      <vt:lpstr>Tackling the Interview Process Persuasively</vt:lpstr>
      <vt:lpstr>Analyse the reply: What are your strengths?</vt:lpstr>
      <vt:lpstr>What are the tips to handle tricky questions? </vt:lpstr>
      <vt:lpstr>Exhibit Perseverance </vt:lpstr>
      <vt:lpstr> What is the role of the 5th P =Presentability?</vt:lpstr>
      <vt:lpstr>What is a necessary combination for an effective Interview ? </vt:lpstr>
      <vt:lpstr>Slide 21</vt:lpstr>
      <vt:lpstr>When you are waiting for turn?</vt:lpstr>
      <vt:lpstr>When you are entering  A room . . .</vt:lpstr>
      <vt:lpstr>Why is A firm hand shake necessary . . .</vt:lpstr>
      <vt:lpstr>Why should you exhibit confidence?</vt:lpstr>
      <vt:lpstr>Are gestures important?</vt:lpstr>
      <vt:lpstr>Why should you get dressed with a killer instinct?</vt:lpstr>
      <vt:lpstr>Don’ts of an Interview process </vt:lpstr>
      <vt:lpstr>Arrogance . . .</vt:lpstr>
      <vt:lpstr>Okay ! I Give up . . .</vt:lpstr>
      <vt:lpstr>Avoid Nervousness . . .</vt:lpstr>
      <vt:lpstr>What are the failing factors?</vt:lpstr>
      <vt:lpstr>Conclusion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Saksham Nigam</cp:lastModifiedBy>
  <cp:revision>82</cp:revision>
  <dcterms:created xsi:type="dcterms:W3CDTF">2006-08-16T00:00:00Z</dcterms:created>
  <dcterms:modified xsi:type="dcterms:W3CDTF">2025-09-24T15:06:09Z</dcterms:modified>
</cp:coreProperties>
</file>